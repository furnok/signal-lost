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64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72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FDDC3-CBAE-40A4-9C6C-2358BA07004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B6229-A2B7-4E6C-B3AE-33D4CE70FFF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-genre de livre </a:t>
            </a:r>
            <a:r>
              <a:rPr lang="en-US" err="1">
                <a:ea typeface="Calibri"/>
                <a:cs typeface="Calibri"/>
              </a:rPr>
              <a:t>nédans</a:t>
            </a:r>
            <a:r>
              <a:rPr lang="en-US">
                <a:ea typeface="Calibri"/>
                <a:cs typeface="Calibri"/>
              </a:rPr>
              <a:t> les </a:t>
            </a:r>
            <a:r>
              <a:rPr lang="en-US" err="1">
                <a:ea typeface="Calibri"/>
                <a:cs typeface="Calibri"/>
              </a:rPr>
              <a:t>années</a:t>
            </a:r>
            <a:r>
              <a:rPr lang="en-US">
                <a:ea typeface="Calibri"/>
                <a:cs typeface="Calibri"/>
              </a:rPr>
              <a:t> 1960</a:t>
            </a:r>
          </a:p>
          <a:p>
            <a:r>
              <a:rPr lang="en-US">
                <a:ea typeface="Calibri"/>
                <a:cs typeface="Calibri"/>
              </a:rPr>
              <a:t>-</a:t>
            </a:r>
            <a:r>
              <a:rPr lang="en-US" err="1">
                <a:ea typeface="Calibri"/>
                <a:cs typeface="Calibri"/>
              </a:rPr>
              <a:t>popularisé</a:t>
            </a:r>
            <a:r>
              <a:rPr lang="en-US">
                <a:ea typeface="Calibri"/>
                <a:cs typeface="Calibri"/>
              </a:rPr>
              <a:t> par les </a:t>
            </a:r>
            <a:r>
              <a:rPr lang="en-US" err="1">
                <a:ea typeface="Calibri"/>
                <a:cs typeface="Calibri"/>
              </a:rPr>
              <a:t>série</a:t>
            </a:r>
            <a:r>
              <a:rPr lang="en-US">
                <a:ea typeface="Calibri"/>
                <a:cs typeface="Calibri"/>
              </a:rPr>
              <a:t> des "</a:t>
            </a:r>
            <a:r>
              <a:rPr lang="en-US" err="1">
                <a:ea typeface="Calibri"/>
                <a:cs typeface="Calibri"/>
              </a:rPr>
              <a:t>défis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fantastiques</a:t>
            </a:r>
            <a:r>
              <a:rPr lang="en-US">
                <a:ea typeface="Calibri"/>
                <a:cs typeface="Calibri"/>
              </a:rPr>
              <a:t>" </a:t>
            </a:r>
            <a:r>
              <a:rPr lang="en-US" err="1">
                <a:ea typeface="Calibri"/>
                <a:cs typeface="Calibri"/>
              </a:rPr>
              <a:t>édités</a:t>
            </a:r>
            <a:r>
              <a:rPr lang="en-US">
                <a:ea typeface="Calibri"/>
                <a:cs typeface="Calibri"/>
              </a:rPr>
              <a:t> par </a:t>
            </a:r>
            <a:r>
              <a:rPr lang="en-US" err="1">
                <a:ea typeface="Calibri"/>
                <a:cs typeface="Calibri"/>
              </a:rPr>
              <a:t>Gaillmard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FE508-27D2-42B8-8B2B-36574A33586F}" type="slidenum"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774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842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81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29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024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31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65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77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2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16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49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09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8219E69-1B7D-4CE2-BEE9-785DCDE223D7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5373E16-584D-4A61-B806-1256E9E849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21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0D32478-B5DE-1385-7B9E-2A0CF1F0A0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F59295-AC7B-A046-0632-22EF72841A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822" y="222279"/>
            <a:ext cx="1782524" cy="13733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561B570-55BE-5679-5ECD-3953C98789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4" y="155079"/>
            <a:ext cx="1782524" cy="137338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72D6397-D518-9BF4-1F66-6763C7D12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130" y="188308"/>
            <a:ext cx="1782524" cy="1373383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8DBDF7ED-89DD-8B12-F8B4-AECAF2DD04ED}"/>
              </a:ext>
            </a:extLst>
          </p:cNvPr>
          <p:cNvSpPr txBox="1">
            <a:spLocks/>
          </p:cNvSpPr>
          <p:nvPr/>
        </p:nvSpPr>
        <p:spPr>
          <a:xfrm>
            <a:off x="1579211" y="1791165"/>
            <a:ext cx="9144000" cy="1301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noProof="0" dirty="0">
                <a:latin typeface="VCR OSD Mono"/>
                <a:cs typeface="Calibri Light"/>
              </a:rPr>
              <a:t>--SIGNAL LOST--</a:t>
            </a:r>
            <a:endParaRPr lang="en-US" sz="8000" b="1" noProof="0" dirty="0">
              <a:latin typeface="VCR OSD Mono"/>
            </a:endParaRP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E6A2D429-F4E9-3FD8-017B-1984633BA54E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1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1C12C2A-B483-5696-8BFA-5F6798CDC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3242" y="3793406"/>
            <a:ext cx="1775937" cy="180315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6848A5B-DEAB-58A4-EC9D-0771734F8C7F}"/>
              </a:ext>
            </a:extLst>
          </p:cNvPr>
          <p:cNvSpPr txBox="1"/>
          <p:nvPr/>
        </p:nvSpPr>
        <p:spPr>
          <a:xfrm>
            <a:off x="2985722" y="3103261"/>
            <a:ext cx="622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i="1" noProof="0" dirty="0">
                <a:latin typeface="VCR OSD Mono"/>
              </a:rPr>
              <a:t>Gamebook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439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D3A2CD7-3E10-0CAB-8ED5-98B1CE57CC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9F6FFFD-0ABF-44F9-F1E8-FBD5E3647410}"/>
              </a:ext>
            </a:extLst>
          </p:cNvPr>
          <p:cNvSpPr txBox="1"/>
          <p:nvPr/>
        </p:nvSpPr>
        <p:spPr>
          <a:xfrm>
            <a:off x="1138147" y="2748509"/>
            <a:ext cx="52304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C++ Language.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BE099F-F544-6DFA-18D1-A3B026DB5D27}"/>
              </a:ext>
            </a:extLst>
          </p:cNvPr>
          <p:cNvSpPr txBox="1"/>
          <p:nvPr/>
        </p:nvSpPr>
        <p:spPr>
          <a:xfrm>
            <a:off x="1138147" y="3413515"/>
            <a:ext cx="63264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No Sound (Only Beep).</a:t>
            </a:r>
            <a:endParaRPr lang="en-US" noProof="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24A2717-0034-DCFD-3D31-861292E4B9E7}"/>
              </a:ext>
            </a:extLst>
          </p:cNvPr>
          <p:cNvSpPr txBox="1"/>
          <p:nvPr/>
        </p:nvSpPr>
        <p:spPr>
          <a:xfrm>
            <a:off x="1138147" y="4050203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No Art.</a:t>
            </a:r>
            <a:endParaRPr lang="en-US" noProof="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63E15F8-9210-EF80-7D09-77DDE9649A35}"/>
              </a:ext>
            </a:extLst>
          </p:cNvPr>
          <p:cNvSpPr txBox="1"/>
          <p:nvPr/>
        </p:nvSpPr>
        <p:spPr>
          <a:xfrm>
            <a:off x="1138148" y="2092361"/>
            <a:ext cx="37096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Create a Gamebook.</a:t>
            </a:r>
            <a:endParaRPr lang="en-US" noProof="0" dirty="0"/>
          </a:p>
        </p:txBody>
      </p:sp>
      <p:sp>
        <p:nvSpPr>
          <p:cNvPr id="16" name="ZoneTexte 1">
            <a:extLst>
              <a:ext uri="{FF2B5EF4-FFF2-40B4-BE49-F238E27FC236}">
                <a16:creationId xmlns:a16="http://schemas.microsoft.com/office/drawing/2014/main" id="{47F06CBC-31B6-5C98-2CB1-E75187C06F98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Objectives</a:t>
            </a:r>
            <a:endParaRPr lang="en-US" b="1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085C3C-7F83-E12E-AE43-5CE6F18BBF8A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2</a:t>
            </a:r>
          </a:p>
        </p:txBody>
      </p:sp>
      <p:pic>
        <p:nvPicPr>
          <p:cNvPr id="5" name="Graphique 4" descr="Liste de contrôle contour">
            <a:extLst>
              <a:ext uri="{FF2B5EF4-FFF2-40B4-BE49-F238E27FC236}">
                <a16:creationId xmlns:a16="http://schemas.microsoft.com/office/drawing/2014/main" id="{961A0ED8-FF27-C6FA-3084-8D19EFAE4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900" y="1559316"/>
            <a:ext cx="3690254" cy="370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2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2312-F365-17B0-F6E5-F40DCA2A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3074637-F60F-A53D-6907-AEA7D6808E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F3234C0-8110-E371-E87D-10E0153237CB}"/>
              </a:ext>
            </a:extLst>
          </p:cNvPr>
          <p:cNvSpPr txBox="1"/>
          <p:nvPr/>
        </p:nvSpPr>
        <p:spPr>
          <a:xfrm>
            <a:off x="4599377" y="2880148"/>
            <a:ext cx="71530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Make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Choices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 that affect the story.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E0F6C0F-BF07-141F-F404-CB0130EE4657}"/>
              </a:ext>
            </a:extLst>
          </p:cNvPr>
          <p:cNvSpPr txBox="1"/>
          <p:nvPr/>
        </p:nvSpPr>
        <p:spPr>
          <a:xfrm>
            <a:off x="4597563" y="3489032"/>
            <a:ext cx="72180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It's an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interactive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 stories with text and illustration.</a:t>
            </a:r>
            <a:endParaRPr lang="en-US" noProof="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21550A-C3A5-7037-5798-02E15B7D21F7}"/>
              </a:ext>
            </a:extLst>
          </p:cNvPr>
          <p:cNvSpPr txBox="1"/>
          <p:nvPr/>
        </p:nvSpPr>
        <p:spPr>
          <a:xfrm>
            <a:off x="4595746" y="4175854"/>
            <a:ext cx="71530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noProof="0" dirty="0">
                <a:latin typeface="VCR OSD Mono"/>
                <a:ea typeface="Calibri"/>
                <a:cs typeface="Calibri"/>
              </a:rPr>
              <a:t>Fixed plot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 and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limited endings.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EA8C2D1-4B5D-7349-285B-762D3BF35D1E}"/>
              </a:ext>
            </a:extLst>
          </p:cNvPr>
          <p:cNvSpPr txBox="1"/>
          <p:nvPr/>
        </p:nvSpPr>
        <p:spPr>
          <a:xfrm>
            <a:off x="4595747" y="4862677"/>
            <a:ext cx="71530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Explore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different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 paths and scenarios.</a:t>
            </a:r>
            <a:endParaRPr lang="en-US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26C458B-3B09-ED14-B3B8-B895F7177F34}"/>
              </a:ext>
            </a:extLst>
          </p:cNvPr>
          <p:cNvSpPr txBox="1"/>
          <p:nvPr/>
        </p:nvSpPr>
        <p:spPr>
          <a:xfrm>
            <a:off x="4595746" y="1939412"/>
            <a:ext cx="71530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Video game version of the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choose-your-own-adventure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 books.</a:t>
            </a:r>
          </a:p>
        </p:txBody>
      </p:sp>
      <p:pic>
        <p:nvPicPr>
          <p:cNvPr id="5" name="Image 4" descr="Trial of Champions (Fighting Fantasy Gamebook 12)">
            <a:extLst>
              <a:ext uri="{FF2B5EF4-FFF2-40B4-BE49-F238E27FC236}">
                <a16:creationId xmlns:a16="http://schemas.microsoft.com/office/drawing/2014/main" id="{0F37AFC9-7C54-8195-57BC-0CDB93692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140" y="1271815"/>
            <a:ext cx="3063289" cy="494029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4F6F24C-B1F6-A8C1-0288-AA1A0F7517B2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What is a Gamebook?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D6E536-275B-BCEB-CF07-A577559CFA10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1601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80E8-6CC4-F847-FF65-41606C80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B520B7C-5304-0FE8-3594-79C6F81CEC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966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FB510FA-E4B6-7B95-AE6A-2BBE09CACDEB}"/>
              </a:ext>
            </a:extLst>
          </p:cNvPr>
          <p:cNvSpPr txBox="1"/>
          <p:nvPr/>
        </p:nvSpPr>
        <p:spPr>
          <a:xfrm>
            <a:off x="2324509" y="3096834"/>
            <a:ext cx="753239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You receive the call from a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stranger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, and you're the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only one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 who can help them.</a:t>
            </a:r>
            <a:endParaRPr lang="en-US" sz="2400" b="1" noProof="0" dirty="0">
              <a:latin typeface="VCR OSD Mono"/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2070AF-D529-7492-4F58-7127732E6242}"/>
              </a:ext>
            </a:extLst>
          </p:cNvPr>
          <p:cNvSpPr txBox="1"/>
          <p:nvPr/>
        </p:nvSpPr>
        <p:spPr>
          <a:xfrm>
            <a:off x="2340309" y="4220946"/>
            <a:ext cx="735096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Set on an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abandoned island </a:t>
            </a:r>
            <a:r>
              <a:rPr lang="en-US" sz="2400" noProof="0" dirty="0">
                <a:latin typeface="VCR OSD Mono"/>
                <a:ea typeface="Calibri"/>
                <a:cs typeface="Calibri"/>
              </a:rPr>
              <a:t>occupied by the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ruins of a city.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2ACE601-4BE5-D583-DF02-0880B8B0CE79}"/>
              </a:ext>
            </a:extLst>
          </p:cNvPr>
          <p:cNvSpPr txBox="1"/>
          <p:nvPr/>
        </p:nvSpPr>
        <p:spPr>
          <a:xfrm>
            <a:off x="2351723" y="5345059"/>
            <a:ext cx="735096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noProof="0" dirty="0">
                <a:latin typeface="VCR OSD Mono"/>
                <a:ea typeface="Calibri"/>
                <a:cs typeface="Calibri"/>
              </a:rPr>
              <a:t>The player is the protagonist’s advisor, who might act on </a:t>
            </a:r>
            <a:r>
              <a:rPr lang="en-US" sz="2400" b="1" noProof="0" dirty="0">
                <a:latin typeface="VCR OSD Mono"/>
                <a:ea typeface="Calibri"/>
                <a:cs typeface="Calibri"/>
              </a:rPr>
              <a:t>their own.</a:t>
            </a:r>
          </a:p>
        </p:txBody>
      </p:sp>
      <p:pic>
        <p:nvPicPr>
          <p:cNvPr id="11" name="Image 10" descr="Une image contenant texte, Police, conception, capture d’écran&#10;&#10;Description générée automatiquement">
            <a:extLst>
              <a:ext uri="{FF2B5EF4-FFF2-40B4-BE49-F238E27FC236}">
                <a16:creationId xmlns:a16="http://schemas.microsoft.com/office/drawing/2014/main" id="{165EF507-4172-8854-AFB3-1761921964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57" t="25975" r="5039" b="48534"/>
          <a:stretch/>
        </p:blipFill>
        <p:spPr>
          <a:xfrm>
            <a:off x="3681355" y="1258878"/>
            <a:ext cx="4829289" cy="16200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C7E5B5A-756D-F6CB-59D8-CE0438326CD8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What is our Gamebook?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75BB788-D73F-15B0-F220-64D1A77ED1FC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192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2E9F-FED3-F313-F4DD-0E5E2738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4F1683B9-F8A9-A39C-B2B9-ACDF2D66D4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966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3DCB8ED-B8D0-AAB2-CF2A-F080D1A9C1F3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Main Menu Examples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618F5B5D-990A-86D9-8FEC-79CE3559C6AB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5</a:t>
            </a:r>
          </a:p>
        </p:txBody>
      </p:sp>
      <p:pic>
        <p:nvPicPr>
          <p:cNvPr id="5" name="Image 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9540E45E-3978-5A24-D48E-55AE5EEF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2" y="1778567"/>
            <a:ext cx="5350991" cy="33187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Image 9" descr="Une image contenant capture d’écran, texte, Police, conception&#10;&#10;Le contenu généré par l’IA peut être incorrect.">
            <a:extLst>
              <a:ext uri="{FF2B5EF4-FFF2-40B4-BE49-F238E27FC236}">
                <a16:creationId xmlns:a16="http://schemas.microsoft.com/office/drawing/2014/main" id="{BDCD5768-02DF-4591-FC3A-CFB572FD5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085" y="1773617"/>
            <a:ext cx="5868153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0162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4C85C-5011-70C7-D2CF-8042D7C71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79A6FC2-9753-F003-1935-EC589178EF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966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11721B9-4FBA-7088-E668-FC8F224BD863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Main Menu Examples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EF9FF1E-54BC-7A31-53FD-B2C17874B579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6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1B7944-07FD-4487-AECD-B2D4B5910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2" y="1773617"/>
            <a:ext cx="5367837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5673E2B-7B0D-5533-737A-45807E6A2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" r="59"/>
          <a:stretch/>
        </p:blipFill>
        <p:spPr>
          <a:xfrm>
            <a:off x="5975085" y="1773617"/>
            <a:ext cx="5868153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5628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6E24-B064-4BD9-3378-F389FB78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6568F51-1F10-30ED-3B49-72BE4CCBB1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966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7C322A0-42D5-A71F-4F08-D9AFDDB927D0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Main Menu Examples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A0BEBD48-C25E-54B0-B80D-CD1ECB77FA2E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7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0D3CD62-18DC-05CE-EFC8-30D3F490E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" r="48"/>
          <a:stretch/>
        </p:blipFill>
        <p:spPr>
          <a:xfrm>
            <a:off x="3156630" y="1781042"/>
            <a:ext cx="5868153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2817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29AF9-26F7-DA24-13BA-3D20723D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AB64374-401D-8389-A193-6647CAC730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966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7DE56A0-9117-9474-1933-1D5BC4759E90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Transition Examples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EFDCE5B-6303-0CD4-29B0-7B9C92E6A33F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8</a:t>
            </a:r>
          </a:p>
        </p:txBody>
      </p:sp>
      <p:pic>
        <p:nvPicPr>
          <p:cNvPr id="2" name="Image 1" descr="Une image contenant texte, Police, Graphique, capture d’écran&#10;&#10;Description générée automatiquement">
            <a:extLst>
              <a:ext uri="{FF2B5EF4-FFF2-40B4-BE49-F238E27FC236}">
                <a16:creationId xmlns:a16="http://schemas.microsoft.com/office/drawing/2014/main" id="{21030942-9AB7-8A40-820C-3B7494CBE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2" y="1773617"/>
            <a:ext cx="5355495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7D6DF81-CD20-B309-DAA1-056A487A1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" r="260"/>
          <a:stretch/>
        </p:blipFill>
        <p:spPr>
          <a:xfrm>
            <a:off x="5975085" y="1773617"/>
            <a:ext cx="5868153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128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6C33-502C-FABD-2FA2-A97E2728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AAF69B0-3C75-AD8A-4599-D1CAD3996C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966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78E81D-CAE5-E777-15B1-AD6E5EB6BF69}"/>
              </a:ext>
            </a:extLst>
          </p:cNvPr>
          <p:cNvSpPr txBox="1"/>
          <p:nvPr/>
        </p:nvSpPr>
        <p:spPr>
          <a:xfrm>
            <a:off x="2511522" y="271501"/>
            <a:ext cx="715837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Game Examples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650F5DF-279D-08AA-7240-EB8E96B7FECC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noProof="0" dirty="0">
                <a:solidFill>
                  <a:srgbClr val="FFFFFF"/>
                </a:solidFill>
                <a:latin typeface="VCR OSD Mono"/>
              </a:rPr>
              <a:t>9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AFE94E7-9923-3796-3EAB-68ED38FC4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" r="240"/>
          <a:stretch/>
        </p:blipFill>
        <p:spPr>
          <a:xfrm>
            <a:off x="5975085" y="1773617"/>
            <a:ext cx="5868153" cy="3313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Image 3" descr="Une image contenant texte, capture d’écran, Police, diagramme">
            <a:extLst>
              <a:ext uri="{FF2B5EF4-FFF2-40B4-BE49-F238E27FC236}">
                <a16:creationId xmlns:a16="http://schemas.microsoft.com/office/drawing/2014/main" id="{39B359B8-3FFF-7A12-AB19-39EE35F28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61" y="1797849"/>
            <a:ext cx="5313083" cy="32896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22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5816-A25F-D1D0-90D9-A07C6B7F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F45540A-FC84-5DA1-4E05-06E5D926DB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Image 1" descr="Une image contenant texte, Police, capture d’écran, document&#10;&#10;Description générée automatiquement">
            <a:extLst>
              <a:ext uri="{FF2B5EF4-FFF2-40B4-BE49-F238E27FC236}">
                <a16:creationId xmlns:a16="http://schemas.microsoft.com/office/drawing/2014/main" id="{BE61F7C6-DA0E-F79D-0BF4-50250FB7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59" y="1433698"/>
            <a:ext cx="3362325" cy="4762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 8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0E96E7C3-3133-F3C3-AC34-A72BADDFC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342" y="1599086"/>
            <a:ext cx="7868146" cy="44317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6033C37-8E0C-25F8-8964-D1A17A023C26}"/>
              </a:ext>
            </a:extLst>
          </p:cNvPr>
          <p:cNvSpPr txBox="1"/>
          <p:nvPr/>
        </p:nvSpPr>
        <p:spPr>
          <a:xfrm>
            <a:off x="295262" y="944632"/>
            <a:ext cx="336232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noProof="0" dirty="0">
                <a:latin typeface="VCR OSD Mono"/>
                <a:ea typeface="Calibri"/>
                <a:cs typeface="Calibri"/>
              </a:rPr>
              <a:t>Nomenclature:</a:t>
            </a:r>
            <a:endParaRPr lang="en-US" noProof="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8252DAB-4329-0D41-4147-04CE9523A756}"/>
              </a:ext>
            </a:extLst>
          </p:cNvPr>
          <p:cNvSpPr txBox="1"/>
          <p:nvPr/>
        </p:nvSpPr>
        <p:spPr>
          <a:xfrm>
            <a:off x="4027342" y="948590"/>
            <a:ext cx="78681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noProof="0" dirty="0">
                <a:latin typeface="VCR OSD Mono"/>
                <a:ea typeface="Calibri"/>
                <a:cs typeface="Calibri"/>
              </a:rPr>
              <a:t>Chapter Example:</a:t>
            </a:r>
            <a:endParaRPr lang="en-US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1CE3EA7-51EB-459D-0B14-A7502C4A53C1}"/>
              </a:ext>
            </a:extLst>
          </p:cNvPr>
          <p:cNvSpPr txBox="1"/>
          <p:nvPr/>
        </p:nvSpPr>
        <p:spPr>
          <a:xfrm>
            <a:off x="2726674" y="217713"/>
            <a:ext cx="674599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noProof="0" dirty="0">
                <a:latin typeface="VCR OSD Mono"/>
                <a:ea typeface="Calibri"/>
                <a:cs typeface="Calibri"/>
              </a:rPr>
              <a:t>Old Methodology</a:t>
            </a:r>
            <a:endParaRPr lang="en-US" sz="4400" noProof="0" dirty="0">
              <a:latin typeface="VCR OSD Mono"/>
              <a:ea typeface="Calibri"/>
              <a:cs typeface="Calibri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6031281-FDF0-E267-61C4-D8E387EB7A46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FFFFFF"/>
                </a:solidFill>
                <a:latin typeface="VCR OSD Mono"/>
              </a:rPr>
              <a:t>10</a:t>
            </a:r>
            <a:endParaRPr lang="en-US" sz="5400" b="1" i="1" noProof="0" dirty="0">
              <a:solidFill>
                <a:srgbClr val="FFFFFF"/>
              </a:solidFill>
              <a:latin typeface="VCR OSD Mono"/>
            </a:endParaRPr>
          </a:p>
        </p:txBody>
      </p:sp>
    </p:spTree>
    <p:extLst>
      <p:ext uri="{BB962C8B-B14F-4D97-AF65-F5344CB8AC3E}">
        <p14:creationId xmlns:p14="http://schemas.microsoft.com/office/powerpoint/2010/main" val="105212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1A53-4299-AAA8-758A-4A1E8F46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BB2718-D661-4DD2-290F-B130E84008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oundRect">
            <a:avLst>
              <a:gd name="adj" fmla="val 488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FC30AE3-B01E-3DF4-F32A-77EA8C578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6287" y="1092715"/>
            <a:ext cx="8659425" cy="46725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0F5A661-C155-2F72-4CA0-CC63B5A1AC6F}"/>
              </a:ext>
            </a:extLst>
          </p:cNvPr>
          <p:cNvSpPr txBox="1"/>
          <p:nvPr/>
        </p:nvSpPr>
        <p:spPr>
          <a:xfrm>
            <a:off x="2726674" y="217713"/>
            <a:ext cx="674599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latin typeface="VCR OSD Mono"/>
                <a:ea typeface="Calibri"/>
                <a:cs typeface="Calibri"/>
              </a:rPr>
              <a:t>New </a:t>
            </a:r>
            <a:r>
              <a:rPr lang="en-US" sz="4400" b="1" noProof="0" dirty="0">
                <a:latin typeface="VCR OSD Mono"/>
                <a:ea typeface="Calibri"/>
                <a:cs typeface="Calibri"/>
              </a:rPr>
              <a:t>Methodology</a:t>
            </a:r>
            <a:endParaRPr lang="en-US" sz="4400" noProof="0" dirty="0">
              <a:latin typeface="VCR OSD Mono"/>
              <a:ea typeface="Calibri"/>
              <a:cs typeface="Calibri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8A9923C-F9DB-97D7-AF40-5E493851DD1C}"/>
              </a:ext>
            </a:extLst>
          </p:cNvPr>
          <p:cNvSpPr txBox="1">
            <a:spLocks/>
          </p:cNvSpPr>
          <p:nvPr/>
        </p:nvSpPr>
        <p:spPr>
          <a:xfrm>
            <a:off x="11254154" y="5895747"/>
            <a:ext cx="937826" cy="962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FFFFFF"/>
                </a:solidFill>
                <a:latin typeface="VCR OSD Mono"/>
              </a:rPr>
              <a:t>11</a:t>
            </a:r>
            <a:endParaRPr lang="en-US" sz="5400" b="1" i="1" noProof="0" dirty="0">
              <a:solidFill>
                <a:srgbClr val="FFFFFF"/>
              </a:solidFill>
              <a:latin typeface="VCR OSD Mono"/>
            </a:endParaRPr>
          </a:p>
        </p:txBody>
      </p:sp>
    </p:spTree>
    <p:extLst>
      <p:ext uri="{BB962C8B-B14F-4D97-AF65-F5344CB8AC3E}">
        <p14:creationId xmlns:p14="http://schemas.microsoft.com/office/powerpoint/2010/main" val="42412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</TotalTime>
  <Words>169</Words>
  <Application>Microsoft Office PowerPoint</Application>
  <PresentationFormat>Grand écran</PresentationFormat>
  <Paragraphs>40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VCR OSD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Killian FURNO</dc:creator>
  <cp:lastModifiedBy>Killian FURNO</cp:lastModifiedBy>
  <cp:revision>8</cp:revision>
  <dcterms:created xsi:type="dcterms:W3CDTF">2026-01-04T22:02:41Z</dcterms:created>
  <dcterms:modified xsi:type="dcterms:W3CDTF">2026-01-05T01:38:03Z</dcterms:modified>
</cp:coreProperties>
</file>